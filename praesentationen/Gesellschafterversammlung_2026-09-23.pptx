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1 – Inhalt folgt.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2 – Inhalt folgt.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3 – Inhalt folgt.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4 – Inhalt folgt.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4206240" cy="10570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278892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Gesellschafterversammlung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611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Denkendorf, 23. September 2026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518971" y="2331720"/>
            <a:ext cx="27432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18971" y="25146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23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8518971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September 2026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18971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Denkendorf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900" dirty="0"/>
          </a:p>
        </p:txBody>
      </p:sp>
      <p:pic>
        <p:nvPicPr>
          <p:cNvPr id="4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Tagesordnung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Tagesordnungspunkte der Gesellschafterversammlung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231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1965960" y="242316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965960" y="2880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63640" y="196596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83680" y="2423160"/>
            <a:ext cx="822960" cy="82296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83680" y="24231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7680960" y="242316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2880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4069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68680" y="4526280"/>
            <a:ext cx="822960" cy="82296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4526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1965960" y="45262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1965960" y="49834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63640" y="4069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583680" y="4526280"/>
            <a:ext cx="822960" cy="82296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4526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7680960" y="45262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4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7680960" y="49834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900" dirty="0"/>
          </a:p>
        </p:txBody>
      </p:sp>
      <p:pic>
        <p:nvPicPr>
          <p:cNvPr id="4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1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600200"/>
            <a:ext cx="11094415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48640" y="1600200"/>
            <a:ext cx="11094415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900" dirty="0"/>
          </a:p>
        </p:txBody>
      </p:sp>
      <p:pic>
        <p:nvPicPr>
          <p:cNvPr id="4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600200"/>
            <a:ext cx="11094415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48640" y="1600200"/>
            <a:ext cx="11094415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900" dirty="0"/>
          </a:p>
        </p:txBody>
      </p:sp>
      <p:pic>
        <p:nvPicPr>
          <p:cNvPr id="4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600200"/>
            <a:ext cx="11094415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48640" y="1600200"/>
            <a:ext cx="11094415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900" dirty="0"/>
          </a:p>
        </p:txBody>
      </p:sp>
      <p:pic>
        <p:nvPicPr>
          <p:cNvPr id="4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4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600200"/>
            <a:ext cx="11094415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48640" y="1600200"/>
            <a:ext cx="11094415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0" y="1920240"/>
            <a:ext cx="5989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194560"/>
            <a:ext cx="5074920" cy="12746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97764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Vielen Dank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Denkendorf, 23. September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NOVA WORKS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Gesellschafterversammlung NOVA WORKS GmbH – 23.09.2026</dc:title>
  <dc:subject>PptxGenJS Presentation</dc:subject>
  <dc:creator>NOVA WORKS GmbH</dc:creator>
  <cp:lastModifiedBy>NOVA WORKS GmbH</cp:lastModifiedBy>
  <cp:revision>1</cp:revision>
  <dcterms:created xsi:type="dcterms:W3CDTF">2026-09-17T10:17:25Z</dcterms:created>
  <dcterms:modified xsi:type="dcterms:W3CDTF">2026-09-17T10:17:25Z</dcterms:modified>
</cp:coreProperties>
</file>